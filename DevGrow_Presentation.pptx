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70086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371600"/>
            <a:ext cx="39593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🚀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371600" y="237744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828800" y="320040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Career Growth Platform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0" y="3931920"/>
            <a:ext cx="2130552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420624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Empowering developers, QA engineers, data analysts, designers &amp;</a:t>
            </a:r>
            <a:endParaRPr lang="en-US" sz="13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professionals to accelerate their careers with AI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5303520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63FF"/>
                </a:solidFill>
                <a:latin typeface="Segoe UI" pitchFamily="34" charset="0"/>
                <a:cs typeface="Segoe UI" pitchFamily="34" charset="-120"/>
              </a:rPr>
              <a:t>Arjun , Aiswarya, Diwaker, Jose, </a:t>
            </a:r>
            <a:r>
              <a:rPr lang="en-US" sz="1600" b="1" dirty="0" err="1">
                <a:solidFill>
                  <a:srgbClr val="6C63FF"/>
                </a:solidFill>
                <a:latin typeface="Segoe UI" pitchFamily="34" charset="0"/>
                <a:cs typeface="Segoe UI" pitchFamily="34" charset="-120"/>
              </a:rPr>
              <a:t>Nallaiyan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576072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 Problem Statement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371600"/>
            <a:ext cx="512064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😰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08760" y="15087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Career Uncertainty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08760" y="18745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professionals struggle to identify the right career path among hundreds of roles, technologies, and specializations.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512064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995160" y="15087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 Gap Blindness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995160" y="18745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professionals don't know their exact strengths and weaknesses — they guess instead of getting data-driven assessments.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512064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200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08760" y="32004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Resume Rejections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08760" y="356616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75% of resumes are rejected by ATS systems before a human ever sees them. Candidates don't know why.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3063240"/>
            <a:ext cx="512064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200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😟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995160" y="32004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 Anxiety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95160" y="356616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Lack of realistic practice leads to poor performance. Candidates don't get feedback until it's too late.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" y="4754880"/>
            <a:ext cx="512064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8920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508760" y="48920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Clear Roadmap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508760" y="5257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Self-learners waste months on wrong tutorials. No structured, personalized learning path exists for their specific goals.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4754880"/>
            <a:ext cx="512064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48920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995160" y="48920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One-Size-Fits-All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95160" y="5257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platforms treat all roles the same — a QA engineer gets the same advice as a frontend developer.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  Problems with Current Applications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2651760" cy="4754880"/>
          </a:xfrm>
          <a:prstGeom prst="roundRect">
            <a:avLst>
              <a:gd name="adj" fmla="val 5172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508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LinkedIn Skill Assessments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2103120"/>
            <a:ext cx="2377440" cy="18288"/>
          </a:xfrm>
          <a:prstGeom prst="rect">
            <a:avLst/>
          </a:prstGeom>
          <a:solidFill>
            <a:srgbClr val="3A3A4E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286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Generic badge-only results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306324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No detailed feedback or roadmap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38404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Limited to predefined question banks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4360" y="461772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No resume or interview prep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651760" cy="4754880"/>
          </a:xfrm>
          <a:prstGeom prst="roundRect">
            <a:avLst>
              <a:gd name="adj" fmla="val 5172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1508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LeetCode / HackerRank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429000" y="2103120"/>
            <a:ext cx="2377440" cy="18288"/>
          </a:xfrm>
          <a:prstGeom prst="rect">
            <a:avLst/>
          </a:prstGeom>
          <a:solidFill>
            <a:srgbClr val="3A3A4E"/>
          </a:solidFill>
          <a:ln/>
        </p:spPr>
      </p:sp>
      <p:sp>
        <p:nvSpPr>
          <p:cNvPr id="18" name="Text 16"/>
          <p:cNvSpPr/>
          <p:nvPr/>
        </p:nvSpPr>
        <p:spPr>
          <a:xfrm>
            <a:off x="3429000" y="2286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Coding-only — ignores QA, PM, Design roles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29000" y="306324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No career guidance or skill mapping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429000" y="38404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Competitive, not growth-oriented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29000" y="461772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No resume or soft-skill support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26480" y="1371600"/>
            <a:ext cx="2651760" cy="4754880"/>
          </a:xfrm>
          <a:prstGeom prst="roundRect">
            <a:avLst>
              <a:gd name="adj" fmla="val 5172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1508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Coursera / Udemy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2103120"/>
            <a:ext cx="2377440" cy="18288"/>
          </a:xfrm>
          <a:prstGeom prst="rect">
            <a:avLst/>
          </a:prstGeom>
          <a:solidFill>
            <a:srgbClr val="3A3A4E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2286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Courses are passive, not adaptive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3640" y="306324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No skill assessment before learning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263640" y="38404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No personalized career path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263640" y="461772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No interview simulation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961120" y="1371600"/>
            <a:ext cx="2651760" cy="4754880"/>
          </a:xfrm>
          <a:prstGeom prst="roundRect">
            <a:avLst>
              <a:gd name="adj" fmla="val 5172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98280" y="1508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Resume Builders (Zety, etc.)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098280" y="2103120"/>
            <a:ext cx="2377440" cy="18288"/>
          </a:xfrm>
          <a:prstGeom prst="rect">
            <a:avLst/>
          </a:prstGeom>
          <a:solidFill>
            <a:srgbClr val="3A3A4E"/>
          </a:solidFill>
          <a:ln/>
        </p:spPr>
      </p:sp>
      <p:sp>
        <p:nvSpPr>
          <p:cNvPr id="32" name="Text 30"/>
          <p:cNvSpPr/>
          <p:nvPr/>
        </p:nvSpPr>
        <p:spPr>
          <a:xfrm>
            <a:off x="9098280" y="2286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Template-focused, no ATS analysis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098280" y="306324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No AI-powered rewriting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098280" y="38404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Don't compare against job descriptions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098280" y="461772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No skill gap identification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14400" y="6263640"/>
            <a:ext cx="10360152" cy="0"/>
          </a:xfrm>
          <a:prstGeom prst="roundRect">
            <a:avLst/>
          </a:prstGeom>
          <a:solidFill>
            <a:srgbClr val="0F0F1A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 Our Solution — DevGrow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28016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unified AI-powered platform that covers the entire career growth journey — from skill assessment to job readiness.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01168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1945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Skill Assessment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0632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Role-specific MCQ quizzes with animated scorecards, category breakdowns, and personalized recommendations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201168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1945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🗺️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 Roadmap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30632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phase-by-phase timeline with curated resources, projects, and milestone checklists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201168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21945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📄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22960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Resume Analyzer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0" y="30632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ATS scoring, JD comparison, missing keyword detection, and AI-rewritten bullet points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389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🎤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14400" y="48920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Mock Interview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5257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5-question structured interviews with per-answer feedback, scoring, and radar chart analysis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420624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4389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🧭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572000" y="48920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Career Path Finder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0" y="5257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AI-recommended career paths with match %, salary data, skills gap, and action plans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46720" y="420624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389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8229600" y="48920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 Dashboard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29600" y="5257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Chart.js-powered dashboard tracking skill scores, resume improvements, and interview history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🏗️  System Architecture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63040"/>
            <a:ext cx="3474720" cy="4572000"/>
          </a:xfrm>
          <a:prstGeom prst="roundRect">
            <a:avLst>
              <a:gd name="adj" fmla="val 3947"/>
            </a:avLst>
          </a:prstGeom>
          <a:solidFill>
            <a:srgbClr val="1A1A2E"/>
          </a:solidFill>
          <a:ln w="19050">
            <a:solidFill>
              <a:srgbClr val="6C6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00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🖥️  Frontend (Client)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2148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index.html — Home + Dashboard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2532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skill-assessment.html — Quiz UI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291693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learning-roadmap.html — Timeline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3300984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resume-analyzer.html — ATS Analysis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3685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mock-interview.html — Interview Sim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406908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career-path.html — Path Finder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445312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navbar.js — Shared Components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483717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styles.css — Dark Theme (3500+ lines)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221224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Chart.js 4.4 — Dashboard Charts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0" y="3474720"/>
            <a:ext cx="109728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0" name="Text 18"/>
          <p:cNvSpPr/>
          <p:nvPr/>
        </p:nvSpPr>
        <p:spPr>
          <a:xfrm>
            <a:off x="3977640" y="3108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►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03520" y="1463040"/>
            <a:ext cx="2743200" cy="45720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1600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⚙️  Backend (Server)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0" y="2103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Node.js + Express 4.18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0" y="24505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0" y="2798064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Routes: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86400" y="314553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/api/assessment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86400" y="349300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/api/ai (roadmap)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840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/api/resume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0" y="418795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/api/interview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0" y="4535424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/api/career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486400" y="488289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0" y="52303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claude.js — API Wrapper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0" y="5577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JSON Parse + Fallback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38160" y="3474720"/>
            <a:ext cx="109728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8001000" y="3108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Call ►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326880" y="1463040"/>
            <a:ext cx="2468880" cy="4572000"/>
          </a:xfrm>
          <a:prstGeom prst="roundRect">
            <a:avLst>
              <a:gd name="adj" fmla="val 5556"/>
            </a:avLst>
          </a:prstGeom>
          <a:solidFill>
            <a:srgbClr val="1A1A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50976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 AI Engine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509760" y="21031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Anthropic Claude API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509760" y="24505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Model: claude-sonnet-4-20250514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509760" y="2798064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509760" y="314553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Capabilities: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509760" y="349300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Quiz Generation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9760" y="3840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Skill Evaluation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509760" y="418795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Resume Analysis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9509760" y="4535424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Interview Q&amp;A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0" y="488289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 Career Matching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9509760" y="523036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509760" y="5577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Structured JSON Output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743200" y="6263640"/>
            <a:ext cx="6702552" cy="0"/>
          </a:xfrm>
          <a:prstGeom prst="roundRect">
            <a:avLst>
              <a:gd name="adj" fmla="val Infinity"/>
            </a:avLst>
          </a:prstGeom>
          <a:solidFill>
            <a:srgbClr val="1A1A2E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🏠  Home Page &amp; Progress Dashboard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371600"/>
            <a:ext cx="6858000" cy="4114800"/>
          </a:xfrm>
          <a:prstGeom prst="roundRect">
            <a:avLst>
              <a:gd name="adj" fmla="val 3333"/>
            </a:avLst>
          </a:prstGeom>
          <a:solidFill>
            <a:srgbClr val="1A1A2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64592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🚀 DevGrow Home Page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1945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Hero section with animated gradient orbs,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cards grid, and call-to-action buttons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7280" y="310896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 w="6350">
            <a:solidFill>
              <a:srgbClr val="3A3A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Skill: 85%    📄 Resume: 72%    🎤 Interviews: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8872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 Stats Cards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206240" y="310896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 w="6350">
            <a:solidFill>
              <a:srgbClr val="3A3A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 Trend Line Chart + Bar Chart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9768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Chart.js Visualizations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657600" cy="4754880"/>
          </a:xfrm>
          <a:prstGeom prst="roundRect">
            <a:avLst>
              <a:gd name="adj" fmla="val 3750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5087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0" y="1965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Hero Section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22402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Animated SVG gradient orbs with grid pattern background and a compelling CTA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27889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Progress Dashboard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0" y="30632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stat cards showing latest scores + 2 Chart.js charts (trend line &amp; overview bar)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Feature Cards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3886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interactive cards with hover effects linking to each tool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434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Testimonials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29600" y="47091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success stories with role badges and star ratings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52578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Scroll Animations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0" y="55321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IntersectionObserver-based reveal animations on every section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Skill Assessment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371600"/>
            <a:ext cx="3474720" cy="2560320"/>
          </a:xfrm>
          <a:prstGeom prst="roundRect">
            <a:avLst>
              <a:gd name="adj" fmla="val 5357"/>
            </a:avLst>
          </a:prstGeom>
          <a:solidFill>
            <a:srgbClr val="1A1A2E"/>
          </a:solidFill>
          <a:ln w="19050">
            <a:solidFill>
              <a:srgbClr val="6C63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55448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1554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Role &amp; Level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6974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roles across 6 categories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(Dev, QA, Data, Design,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Security, Management)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+ 3 difficulty levels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80560" y="1371600"/>
            <a:ext cx="3474720" cy="2560320"/>
          </a:xfrm>
          <a:prstGeom prst="roundRect">
            <a:avLst>
              <a:gd name="adj" fmla="val 5357"/>
            </a:avLst>
          </a:prstGeom>
          <a:solidFill>
            <a:srgbClr val="1A1A2E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2160" y="155448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1554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63440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10-Question Quiz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generates role-specific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MCQs with 4 options each.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 bar tracks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completion.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0" y="1371600"/>
            <a:ext cx="3474720" cy="2560320"/>
          </a:xfrm>
          <a:prstGeom prst="roundRect">
            <a:avLst>
              <a:gd name="adj" fmla="val 5357"/>
            </a:avLst>
          </a:prstGeom>
          <a:solidFill>
            <a:srgbClr val="1A1A2E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0" y="1554480"/>
            <a:ext cx="640080" cy="6400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0" y="1554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12480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SVG Scorecard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26974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Animated score circle,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letter grade, category bars,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strengths, weaknesses,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recommendations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97764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C63FF"/>
                </a:solidFill>
              </a:rPr>
              <a:t>►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72668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D4FF"/>
                </a:solidFill>
              </a:rPr>
              <a:t>►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31520" y="4206240"/>
            <a:ext cx="10725912" cy="2011680"/>
          </a:xfrm>
          <a:prstGeom prst="roundRect">
            <a:avLst>
              <a:gd name="adj" fmla="val 6818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3434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Supported Roles (21 Total)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" y="4754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Development:  Frontend, Backend, Full Stack, Mobile, DevOps, AI/ML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480560" y="4754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&amp; Testing:  QA Engineer, Automation Tester, SDET, Performance Tester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46720" y="4754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Analytics:  Data Analyst, Data Engineer, BI Analyst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4400" y="534924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&amp; Product:  UI/UX Designer, Product Manager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80560" y="534924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Cloud:  Cybersecurity Analyst, Cloud Engineer, Network Engineer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046720" y="534924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Management:  Engineering Manager, Scrum Master, Technical Writer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🗺️  Learning Roadmap  &amp;  📄 Resume Analyzer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27432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2778"/>
            </a:avLst>
          </a:prstGeom>
          <a:solidFill>
            <a:srgbClr val="1A1A2E"/>
          </a:solidFill>
          <a:ln w="19050">
            <a:solidFill>
              <a:srgbClr val="6C6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🗺️ Learning Roadmap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0574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Select target role from 21+ options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" y="253288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AI generates a multi-phase learning timeline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300837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Each phase has topics, resources &amp; projects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14400" y="3483864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Color-coded dots (🟣 upcoming, 🔵 current, 🟢 done)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14400" y="395935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Expandable/collapsible phase cards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4348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Resource pills link to courses &amp; docs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91032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Project cards with tech stack tags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4400" y="538581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Milestone checklists to track progress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5394960" cy="4937760"/>
          </a:xfrm>
          <a:prstGeom prst="roundRect">
            <a:avLst>
              <a:gd name="adj" fmla="val 2778"/>
            </a:avLst>
          </a:prstGeom>
          <a:solidFill>
            <a:srgbClr val="1A1A2E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📄 Resume Analyzer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83680" y="20574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Paste resume + optional job description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0" y="253288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AI returns ATS compatibility score (0-100)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83680" y="300837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Animated half-circle ATS gauge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83680" y="3483864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Section-by-section scoring with status bars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83680" y="395935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Missing keywords detection panel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0" y="44348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Weak sections identified with fixes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0" y="491032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AI-rewritten bullet points (before → after)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83680" y="538581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Actionable recommendations list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🎤  Mock Interview  &amp;  🧭 Career Path Recommender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27432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2778"/>
            </a:avLst>
          </a:prstGeom>
          <a:solidFill>
            <a:srgbClr val="1A1A2E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🎤 Mock Interview Simulator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0574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Choose role, topic focus &amp; difficulty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" y="253288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QA/Testing topics: Manual, Automation, API, Perf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300837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AI generates 5 structured questions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14400" y="3483864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Type answers in expandable text areas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14400" y="395935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Per-answer AI feedback with score (1-10)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4348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Strengths, gaps &amp; ideal answer shown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91032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Final report with overall score &amp; verdict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4400" y="538581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Canvas-based radar chart visualization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5394960" cy="4937760"/>
          </a:xfrm>
          <a:prstGeom prst="roundRect">
            <a:avLst>
              <a:gd name="adj" fmla="val 2778"/>
            </a:avLst>
          </a:prstGeom>
          <a:solidFill>
            <a:srgbClr val="1A1A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🧭 Career Path Recommender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83680" y="20574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Multi-select checkbox form (skills + interests)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0" y="253288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Includes QA, testing, PM, writing skills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83680" y="300837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3 AI-recommended career paths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83680" y="3483864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SVG match percentage ring per path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83680" y="395935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Skills gap chips (learn / improve / advanced)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0" y="44348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Salary range tiers (Entry → Senior)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0" y="491032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Market demand indicator &amp; trend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83680" y="538581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First steps action plan with timeline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🎨  Tech Stack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371600"/>
            <a:ext cx="2697480" cy="3657600"/>
          </a:xfrm>
          <a:prstGeom prst="roundRect">
            <a:avLst>
              <a:gd name="adj" fmla="val 5085"/>
            </a:avLst>
          </a:prstGeom>
          <a:solidFill>
            <a:srgbClr val="1A1A2E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54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⚙️  Backend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057400"/>
            <a:ext cx="2331720" cy="18288"/>
          </a:xfrm>
          <a:prstGeom prst="rect">
            <a:avLst/>
          </a:prstGeom>
          <a:solidFill>
            <a:srgbClr val="3A3A4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240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Node.js (v18+)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743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Express 4.18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dotenv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749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cors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1371600"/>
            <a:ext cx="2697480" cy="3657600"/>
          </a:xfrm>
          <a:prstGeom prst="roundRect">
            <a:avLst>
              <a:gd name="adj" fmla="val 5085"/>
            </a:avLst>
          </a:prstGeom>
          <a:solidFill>
            <a:srgbClr val="1A1A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11880" y="1554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 AI Engine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611880" y="2057400"/>
            <a:ext cx="2331720" cy="18288"/>
          </a:xfrm>
          <a:prstGeom prst="rect">
            <a:avLst/>
          </a:prstGeom>
          <a:solidFill>
            <a:srgbClr val="3A3A4E"/>
          </a:solidFill>
          <a:ln/>
        </p:spPr>
      </p:sp>
      <p:sp>
        <p:nvSpPr>
          <p:cNvPr id="18" name="Text 16"/>
          <p:cNvSpPr/>
          <p:nvPr/>
        </p:nvSpPr>
        <p:spPr>
          <a:xfrm>
            <a:off x="3703320" y="2240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Anthropic Claude API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03320" y="2743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@anthropic-ai/sdk 0.24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03320" y="32461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claude-sonnet-4-20250514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03320" y="3749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Structured JSON output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1371600"/>
            <a:ext cx="2697480" cy="3657600"/>
          </a:xfrm>
          <a:prstGeom prst="roundRect">
            <a:avLst>
              <a:gd name="adj" fmla="val 5085"/>
            </a:avLst>
          </a:prstGeom>
          <a:solidFill>
            <a:srgbClr val="1A1A2E"/>
          </a:solidFill>
          <a:ln w="19050">
            <a:solidFill>
              <a:srgbClr val="6C63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554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🖥️  Frontend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92240" y="2057400"/>
            <a:ext cx="2331720" cy="18288"/>
          </a:xfrm>
          <a:prstGeom prst="rect">
            <a:avLst/>
          </a:prstGeom>
          <a:solidFill>
            <a:srgbClr val="3A3A4E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2240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Vanilla HTML5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0" y="2743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CSS3 (3500+ lines)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0" y="32461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JavaScript (ES6+)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0" y="3749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Chart.js 4.4 (CDN)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89720" y="1371600"/>
            <a:ext cx="2697480" cy="3657600"/>
          </a:xfrm>
          <a:prstGeom prst="roundRect">
            <a:avLst>
              <a:gd name="adj" fmla="val 5085"/>
            </a:avLst>
          </a:prstGeom>
          <a:solidFill>
            <a:srgbClr val="1A1A2E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72600" y="1554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🎨  Design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372600" y="2057400"/>
            <a:ext cx="2331720" cy="18288"/>
          </a:xfrm>
          <a:prstGeom prst="rect">
            <a:avLst/>
          </a:prstGeom>
          <a:solidFill>
            <a:srgbClr val="3A3A4E"/>
          </a:solidFill>
          <a:ln/>
        </p:spPr>
      </p:sp>
      <p:sp>
        <p:nvSpPr>
          <p:cNvPr id="32" name="Text 30"/>
          <p:cNvSpPr/>
          <p:nvPr/>
        </p:nvSpPr>
        <p:spPr>
          <a:xfrm>
            <a:off x="9464040" y="2240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Dark theme (#0F0F1A)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64040" y="2743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Primary: #6C63FF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464040" y="32461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Accent: #00D4FF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464040" y="3749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Responsive (3 breakpoints)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03520"/>
            <a:ext cx="11091672" cy="9144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53949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822960" y="5806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Files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17520" y="53949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7,800+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3017520" y="5806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Code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212080" y="53949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5212080" y="5806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Endpoints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06640" y="53949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7406640" y="5806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Supported Roles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01200" y="53949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3,500+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9601200" y="5806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CSS Lines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 |  AI-Powered Career Growth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⭐  Why DevGrow Stands Out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371600"/>
            <a:ext cx="530352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54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15087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Role-Specific, Not Generic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187452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assessments for 21 roles — from QA Engineer to Product Manager. Every quiz, interview, and roadmap is customized.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1371600"/>
            <a:ext cx="530352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554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223760" y="15087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Powered by Claude AI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23760" y="187452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Uses Anthropic's Claude for intelligent, context-aware responses — not template-based outputs.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530352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2461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3200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Career Lifecycle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356616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 for skills → learning → resume → interview → career path. No need for 5 different tools.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3063240"/>
            <a:ext cx="530352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2461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23760" y="3200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Data-Driven Progress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23760" y="356616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Chart.js dashboard tracks your growth over time. See trends, not just snapshots.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" y="4754880"/>
            <a:ext cx="530352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937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554480" y="48920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Beautiful Dark UI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554480" y="525780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3,500+ lines of polished CSS with scroll animations, SVG graphics, and mobile responsiveness.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0" y="4754880"/>
            <a:ext cx="5303520" cy="1463040"/>
          </a:xfrm>
          <a:prstGeom prst="roundRect">
            <a:avLst>
              <a:gd name="adj" fmla="val 9375"/>
            </a:avLst>
          </a:prstGeom>
          <a:solidFill>
            <a:srgbClr val="1A1A2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0" y="4937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🆓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7223760" y="48920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 &amp; Free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223760" y="525780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open-source. Bring your own API key and run locally. No subscriptions, no limits.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731520"/>
            <a:ext cx="2286000" cy="228600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303520"/>
            <a:ext cx="1828800" cy="18288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371600"/>
            <a:ext cx="39593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🙏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828800" y="237744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029200" y="3200400"/>
            <a:ext cx="2130552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3474720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DevGrow — AI-Powered Career Growth Platform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28800" y="4023360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B0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Empowering professionals to grow smarter, faster, and with confidence.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1501</Words>
  <Application>Microsoft Office PowerPoint</Application>
  <PresentationFormat>Widescreen</PresentationFormat>
  <Paragraphs>271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AI-Powered Career Growth Platform</dc:subject>
  <dc:creator>DevGrow Team</dc:creator>
  <cp:lastModifiedBy>Arjun Santhosh</cp:lastModifiedBy>
  <cp:revision>2</cp:revision>
  <dcterms:created xsi:type="dcterms:W3CDTF">2026-03-19T13:28:13Z</dcterms:created>
  <dcterms:modified xsi:type="dcterms:W3CDTF">2026-03-19T13:32:13Z</dcterms:modified>
</cp:coreProperties>
</file>