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371600"/>
            <a:ext cx="3959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828800" y="32004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Career Growth Platform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0" y="3931920"/>
            <a:ext cx="2130552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420624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developers, QA engineers, data analysts, designers &amp;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professionals to accelerate their careers with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530352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TCS AI Friday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576072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Problem Statement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371600"/>
            <a:ext cx="512064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1508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Uncertainty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18745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professionals struggle to identify the right career path among hundreds of roles, technologies, and specializations.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12064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95160" y="1508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 Gap Blindness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18745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professionals don't know their exact strengths and weaknesses — they guess instead of getting data-driven assessments.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512064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Rejections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5661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 of resumes are rejected by ATS systems before a human ever sees them. Candidates don't know why.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063240"/>
            <a:ext cx="512064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😟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9516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 Anxiety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35661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realistic practice leads to poor performance. Candidates don't get feedback until it's too late.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754880"/>
            <a:ext cx="512064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892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08760" y="4892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Clear Roadmap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5257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Self-learners waste months on wrong tutorials. No structured, personalized learning path exists for their specific goals.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754880"/>
            <a:ext cx="512064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892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95160" y="4892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One-Size-Fits-All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5257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platforms treat all roles the same — a QA engineer gets the same advice as a frontend developer.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Problems with Current Applications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2651760" cy="4754880"/>
          </a:xfrm>
          <a:prstGeom prst="roundRect">
            <a:avLst>
              <a:gd name="adj" fmla="val 5172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 Skill Assessments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2377440" cy="18288"/>
          </a:xfrm>
          <a:prstGeom prst="rect">
            <a:avLst/>
          </a:prstGeom>
          <a:solidFill>
            <a:srgbClr val="3A3A4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Generic badge-only results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detailed feedback or roadmap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Limited to predefined question banks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6177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resume or interview prep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1371600"/>
            <a:ext cx="2651760" cy="4754880"/>
          </a:xfrm>
          <a:prstGeom prst="roundRect">
            <a:avLst>
              <a:gd name="adj" fmla="val 5172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508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LeetCode / HackerRank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29000" y="2103120"/>
            <a:ext cx="2377440" cy="18288"/>
          </a:xfrm>
          <a:prstGeom prst="rect">
            <a:avLst/>
          </a:prstGeom>
          <a:solidFill>
            <a:srgbClr val="3A3A4E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2286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Coding-only — ignores QA, PM, Design roles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3063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career guidance or skill mapping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38404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Competitive, not growth-oriented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9000" y="46177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resume or soft-skill support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371600"/>
            <a:ext cx="2651760" cy="4754880"/>
          </a:xfrm>
          <a:prstGeom prst="roundRect">
            <a:avLst>
              <a:gd name="adj" fmla="val 5172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508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Coursera / Udemy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2103120"/>
            <a:ext cx="2377440" cy="18288"/>
          </a:xfrm>
          <a:prstGeom prst="rect">
            <a:avLst/>
          </a:prstGeom>
          <a:solidFill>
            <a:srgbClr val="3A3A4E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286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Courses are passive, not adaptive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3063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skill assessment before learning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38404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personalized career path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46177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interview simulation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61120" y="1371600"/>
            <a:ext cx="2651760" cy="4754880"/>
          </a:xfrm>
          <a:prstGeom prst="roundRect">
            <a:avLst>
              <a:gd name="adj" fmla="val 5172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1508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Builders (Zety, etc.)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98280" y="2103120"/>
            <a:ext cx="2377440" cy="18288"/>
          </a:xfrm>
          <a:prstGeom prst="rect">
            <a:avLst/>
          </a:prstGeom>
          <a:solidFill>
            <a:srgbClr val="3A3A4E"/>
          </a:solidFill>
          <a:ln/>
        </p:spPr>
      </p:sp>
      <p:sp>
        <p:nvSpPr>
          <p:cNvPr id="32" name="Text 30"/>
          <p:cNvSpPr/>
          <p:nvPr/>
        </p:nvSpPr>
        <p:spPr>
          <a:xfrm>
            <a:off x="9098280" y="22860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Template-focused, no ATS analysis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098280" y="3063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AI-powered rewriting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98280" y="38404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Don't compare against job descriptions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098280" y="46177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skill gap identification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4400" y="6263640"/>
            <a:ext cx="10360152" cy="0"/>
          </a:xfrm>
          <a:prstGeom prst="roundRect">
            <a:avLst/>
          </a:prstGeom>
          <a:solidFill>
            <a:srgbClr val="0F0F1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Our Solution — DevGrow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unified AI-powered platform that covers the entire career growth journey — from skill assessment to job readiness, with per-user auth &amp; progress tracking.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48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Skill Assessment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Role-specific MCQ quizzes with animated scorecards, category breakdowns, and personalized recommendations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148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20440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Roadmap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3017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phase-by-phase timeline with curated resources, projects, and milestone checklists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148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Analyzer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ATS scoring, JD comparison, missing keyword detection, and AI-rewritten bullet points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98280" y="20116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2148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🎤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81160" y="2651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 Interview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81160" y="3017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5-question structured interviews with per-answer feedback, scoring, and radar chart analysis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434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0080" y="4937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Path Finder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303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AI-recommended career paths with match %, salary data, skills gap, and action plans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42976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4434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🐛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520440" y="4937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Code Debugger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520440" y="5303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code in any language — AI finds bugs, security issues &amp; performance problems line-by-line with fixes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2976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434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�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400800" y="4937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&amp; Auth System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0" y="5303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signup/login with SQLite DB, bcrypt passwords, session cookies, and server-side progress persistence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98280" y="4297680"/>
            <a:ext cx="2697480" cy="2011680"/>
          </a:xfrm>
          <a:prstGeom prst="roundRect">
            <a:avLst>
              <a:gd name="adj" fmla="val 681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4434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�📈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9281160" y="49377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Dashboard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281160" y="5303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Chart.js-powered dashboard tracking skill scores, resume improvements, and interview history over time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 System Architecture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1A1A2E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Frontend (Client)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index.html — Home + Dashboard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5328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skill-assessment.html — Quiz UI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9169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learning-roadmap.html — Timeline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30098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resume-analyzer.html — ATS Analysis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36850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mock-interview.html — Interview Sim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career-path.html — Path Finder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44531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code-debugger.html — Debugger UI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8371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login.html — Auth Pages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52212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navbar.js — Shared Components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56052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styles.css — Dark Theme (3600+ lines)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0" y="3474720"/>
            <a:ext cx="109728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397764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►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0" y="146304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Backend (Server)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Node.js + Express 4.18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0" y="2450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0" y="279806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Routes: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0" y="31455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/api/assessment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0" y="3493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/api/ai (roadmap)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/api/resume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0" y="41879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/api/interview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0" y="45354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/api/career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0" y="48828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/api/debugger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0" y="5230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/api/auth (login/signup)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0" y="5577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claude.js — API Wrapper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38160" y="347472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Call ►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326880" y="1463040"/>
            <a:ext cx="2468880" cy="4572000"/>
          </a:xfrm>
          <a:prstGeom prst="roundRect">
            <a:avLst>
              <a:gd name="adj" fmla="val 5556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0976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 Engine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50976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Anthropic Claude API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509760" y="2450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Model: claude-sonnet-4-20250514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509760" y="27980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509760" y="31455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Capabilities: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509760" y="34930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Quiz Generation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50976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Skill Evaluation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509760" y="4187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Resume Analysis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509760" y="453542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Interview Q&amp;A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509760" y="48828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Career Matching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509760" y="52303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 Code Debugging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509760" y="5577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Structured JSON Output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0" y="6172200"/>
            <a:ext cx="6702552" cy="54864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80360" y="6199632"/>
            <a:ext cx="6446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  SQLite (better-sqlite3) — Users + Progress tables  |  bcryptjs — Password hashing  |  express-session — 7-day cookies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Home Page &amp; Progress Dashboard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371600"/>
            <a:ext cx="6858000" cy="411480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459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DevGrow Home Page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section with animated gradient orbs,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cards grid, and call-to-action buttons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1089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 w="6350">
            <a:solidFill>
              <a:srgbClr val="3A3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Skill: 85%    📄 Resume: 72%    🎤 Interviews: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Stats Cards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06240" y="31089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 w="6350">
            <a:solidFill>
              <a:srgbClr val="3A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Trend Line Chart + Bar Chart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Chart.js Visualizations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657600" cy="4754880"/>
          </a:xfrm>
          <a:prstGeom prst="roundRect">
            <a:avLst>
              <a:gd name="adj" fmla="val 375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508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Hero Section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2240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Animated SVG gradient orbs with grid pattern background and a compelling CTA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2788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Progress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stat cards + 2 Chart.js charts. Loads from server for logged-in users, localStorage for guests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Feature Cards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interactive cards with hover effects linking to each tool including Code Debugger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Auth-Aware Navbar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avatar with initials + dropdown menu when signed in, Sign In button when not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5257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Scroll Animations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5532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IntersectionObserver-based reveal animations on every section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Skill Assessment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37160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1A1A2E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55448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Role &amp; Level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roles across 6 categories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(Dev, QA, Data, Design,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Security, Management)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+ 3 difficulty levels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37160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55448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10-Question Quiz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697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generates role-specific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MCQs with 4 options each.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bar tracks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371600"/>
            <a:ext cx="3474720" cy="2560320"/>
          </a:xfrm>
          <a:prstGeom prst="roundRect">
            <a:avLst>
              <a:gd name="adj" fmla="val 5357"/>
            </a:avLst>
          </a:prstGeom>
          <a:solidFill>
            <a:srgbClr val="1A1A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1554480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SVG Scorecard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2697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Animated score circle,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letter grade, category bars,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strengths, weaknesses,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recommendations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7764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C63FF"/>
                </a:solidFill>
              </a:rPr>
              <a:t>►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72668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</a:rPr>
              <a:t>►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31520" y="4206240"/>
            <a:ext cx="10725912" cy="2011680"/>
          </a:xfrm>
          <a:prstGeom prst="roundRect">
            <a:avLst>
              <a:gd name="adj" fmla="val 6818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343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Supported Roles (21 Total)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754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Development:  Frontend, Backend, Full Stack, Mobile, DevOps, AI/ML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0" y="4754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&amp; Testing:  QA Engineer, Automation Tester, SDET, Performance Tester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Analytics:  Data Analyst, Data Engineer, BI Analyst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5349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&amp; Product:  UI/UX Designer, Product Manager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5349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Cloud:  Cybersecurity Analyst, Cloud Engineer, Network Engineer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0" y="5349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Management:  Engineering Manager, Scrum Master, Technical Writer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 Learning Roadmap  &amp;  📄 Resume Analyzer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A1A2E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Learning Roadmap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Select target role from 21+ options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5328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AI generates a multi-phase learning timeline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00837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Each phase has topics, resources &amp; projects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48386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Color-coded dots (🟣 upcoming, 🔵 current, 🟢 done)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9593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Expandable/collapsible phase cards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Resource pills link to courses &amp; docs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9103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Project cards with tech stack tags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38581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Milestone checklists to track progress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Resume Analyzer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Paste resume + optional job description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0" y="25328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AI returns ATS compatibility score (0-100)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300837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Animated half-circle ATS gauge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348386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Section-by-section scoring with status bars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0" y="39593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Missing keywords detection panel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0" y="4434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Weak sections identified with fixes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0" y="49103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AI-rewritten bullet points (before → after)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538581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Actionable recommendations list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🎤  Mock Interview  &amp;  🧭 Career Path Recommender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A1A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🎤 Mock Interview Simulator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Choose role, topic focus &amp; difficulty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5328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QA/Testing topics: Manual, Automation, API, Perf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00837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AI generates 5 structured questions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48386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Type answers in expandable text areas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9593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Per-answer AI feedback with score (1-10)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Strengths, gaps &amp; ideal answer shown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9103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Final report with overall score &amp; verdict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38581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Canvas-based radar chart visualization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394960" cy="4937760"/>
          </a:xfrm>
          <a:prstGeom prst="roundRect">
            <a:avLst>
              <a:gd name="adj" fmla="val 2778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 Career Path Recommender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Multi-select checkbox form (skills + interests)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0" y="25328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Includes QA, testing, PM, writing skills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300837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3 AI-recommended career paths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348386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SVG match percentage ring per path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0" y="39593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Skills gap chips (learn / improve / advanced)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0" y="4434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Salary range tiers (Entry → Senior)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0" y="49103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Market demand indicator &amp; trend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538581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First steps action plan with timeline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🐛  AI Code Debugger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any code and let AI analyze it line-by-line — instantly find bugs, security issues, performance problems, and get corrected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669280" cy="4389120"/>
          </a:xfrm>
          <a:prstGeom prst="roundRect">
            <a:avLst>
              <a:gd name="adj" fmla="val 3125"/>
            </a:avLst>
          </a:prstGeom>
          <a:solidFill>
            <a:srgbClr val="1A1A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How It Works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320040" cy="3200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26243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language (18 languages) or auto-detect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3154680"/>
            <a:ext cx="320040" cy="3200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31272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code in the editor with live line numbers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3657600"/>
            <a:ext cx="320040" cy="3200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36301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Ctrl+Enter or click Analyze — AI scans every line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4160520"/>
            <a:ext cx="320040" cy="3200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41330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 appear as color-coded cards (Error / Warning / Info)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4663440"/>
            <a:ext cx="320040" cy="3200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46360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any issue to highlight that line in the editor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4400" y="5166360"/>
            <a:ext cx="320040" cy="3200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166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51389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issue shows the exact fix with corrected code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4400" y="5669280"/>
            <a:ext cx="320040" cy="3200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669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56418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the fully fixed version and copy it with one click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92240" y="192024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Key Features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6656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Split-pane: Code editor + Results panel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Line numbers with colored severity markers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Code quality score ring (0-100)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Issue categories: syntax, logic, security, perf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4069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Severity tabs: Errors / Warnings / Info filter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Click issue → highlights line in editor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4800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AI-suggested fix per issue + full corrected code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0" y="5166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18 languages: JS, Python, Java, C++, Go, etc.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0" y="5532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Built-in example code with intentional bugs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66560" y="5897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Improvement suggestions for clean code too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Login &amp; Authentication System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Per-user data persistence — signup, login, session management, and server-side progress tracking so users never lose their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1A1A2E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Up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email, password, role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password hashing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email prevention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0" y="201168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616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108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+ password auth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7-day session cookies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Auto-redirect if logged 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201168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1A1A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9224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Sync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108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scores saved to SQLite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Skill, Resume, Interview tracked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Server-first data loading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35440" y="201168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41832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Menu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0" y="3108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Avatar with initials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Dropdown (name, email)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out with redirect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539496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 Users Table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303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|  name  |  email  |  password (bcrypt)  |  role  |  created_at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" y="5623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email constraint  •  WAL mode for performance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4846320"/>
            <a:ext cx="539496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Progress Table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5303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|  user_id (FK)  |  type  |  score  |  grade  |  metadata  |  created_at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0" y="5623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Types: skill, resume, interview, roadmap  •  History for trend charts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Tech Stack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2697480" cy="3657600"/>
          </a:xfrm>
          <a:prstGeom prst="roundRect">
            <a:avLst>
              <a:gd name="adj" fmla="val 5085"/>
            </a:avLst>
          </a:prstGeom>
          <a:solidFill>
            <a:srgbClr val="1A1A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54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Backend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2331720" cy="18288"/>
          </a:xfrm>
          <a:prstGeom prst="rect">
            <a:avLst/>
          </a:prstGeom>
          <a:solidFill>
            <a:srgbClr val="3A3A4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Node.js (v18+)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Express 4.18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better-sqlite3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bcryptjs / express-session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371600"/>
            <a:ext cx="2697480" cy="3657600"/>
          </a:xfrm>
          <a:prstGeom prst="roundRect">
            <a:avLst>
              <a:gd name="adj" fmla="val 5085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1554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 Engine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11880" y="2057400"/>
            <a:ext cx="2331720" cy="18288"/>
          </a:xfrm>
          <a:prstGeom prst="rect">
            <a:avLst/>
          </a:prstGeom>
          <a:solidFill>
            <a:srgbClr val="3A3A4E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Anthropic Claude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0332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@anthropic-ai/sdk 0.24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claude-sonnet-4-20250514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3320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Structured JSON output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371600"/>
            <a:ext cx="2697480" cy="3657600"/>
          </a:xfrm>
          <a:prstGeom prst="roundRect">
            <a:avLst>
              <a:gd name="adj" fmla="val 5085"/>
            </a:avLst>
          </a:prstGeom>
          <a:solidFill>
            <a:srgbClr val="1A1A2E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554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Frontend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2057400"/>
            <a:ext cx="2331720" cy="18288"/>
          </a:xfrm>
          <a:prstGeom prst="rect">
            <a:avLst/>
          </a:prstGeom>
          <a:solidFill>
            <a:srgbClr val="3A3A4E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Vanilla HTML5 / CSS3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JavaScript (ES6+)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Chart.js 4.4 (CDN)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8 feature pages + login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89720" y="1371600"/>
            <a:ext cx="2697480" cy="3657600"/>
          </a:xfrm>
          <a:prstGeom prst="roundRect">
            <a:avLst>
              <a:gd name="adj" fmla="val 5085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1554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Design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372600" y="2057400"/>
            <a:ext cx="2331720" cy="18288"/>
          </a:xfrm>
          <a:prstGeom prst="rect">
            <a:avLst/>
          </a:prstGeom>
          <a:solidFill>
            <a:srgbClr val="3A3A4E"/>
          </a:solidFill>
          <a:ln/>
        </p:spPr>
      </p:sp>
      <p:sp>
        <p:nvSpPr>
          <p:cNvPr id="32" name="Text 30"/>
          <p:cNvSpPr/>
          <p:nvPr/>
        </p:nvSpPr>
        <p:spPr>
          <a:xfrm>
            <a:off x="946404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Dark theme (#0F0F1A)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64040" y="2743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Primary: #6C63FF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64040" y="3246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Accent: #00D4FF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64040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Responsive (3 breakpoints)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303520"/>
            <a:ext cx="11091672" cy="914400"/>
          </a:xfrm>
          <a:prstGeom prst="roundRect">
            <a:avLst>
              <a:gd name="adj" fmla="val 15000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394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22+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2296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Files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17520" y="5394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9,500+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01752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5394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21208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06640" y="5394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40664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Supported Roles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01200" y="5394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3,700+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60120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Lines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 |  AI-Powered Career Growth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 Why DevGrow Stands Out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37160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Role-Specific, Not Generic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8745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Tailored assessments for 21 roles — from QA Engineer to Product Manager. Every quiz, interview, and roadmap is customized.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22376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Claude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18745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Anthropic's Claude for intelligent, context-aware responses — not template-based outputs.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3200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Career Lifecycle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5661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→ Learning → Resume → Interview → Career Path → Code Debug. One platform, no switching.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306324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�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Code Debugger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35661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feature — paste any code and get line-by-line bug analysis with fixes. No other career platform offers this.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75488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937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54480" y="4892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Auth &amp; Persistence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5257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Login/signup with SQLite — progress is saved per user across sessions. Dashboard loads from server.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4754880"/>
            <a:ext cx="5303520" cy="1463040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937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🆓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223760" y="4892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Source &amp; Free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23760" y="5257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open-source. Bring your own API key and run locally. No subscriptions, no limits.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731520"/>
            <a:ext cx="2286000" cy="2286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371600"/>
            <a:ext cx="3959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🙏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828800" y="237744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0" y="3200400"/>
            <a:ext cx="2130552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47472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DevGrow — AI-Powered Career Growth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402336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professionals to grow smarter, faster, and with confidence.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4754880"/>
            <a:ext cx="5788152" cy="1280160"/>
          </a:xfrm>
          <a:prstGeom prst="roundRect">
            <a:avLst>
              <a:gd name="adj" fmla="val 10714"/>
            </a:avLst>
          </a:prstGeom>
          <a:solidFill>
            <a:srgbClr val="1A1A2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4892040"/>
            <a:ext cx="5239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GitHub: github.com/ServerusSnape/TCS-AI-Friday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5212080"/>
            <a:ext cx="5239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Live: http://localhost:3000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5532120"/>
            <a:ext cx="5239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 Team: TCS AI Friday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AI-Powered Career Growth Platform</dc:subject>
  <dc:creator>DevGrow Team</dc:creator>
  <cp:lastModifiedBy>DevGrow Team</cp:lastModifiedBy>
  <cp:revision>1</cp:revision>
  <dcterms:created xsi:type="dcterms:W3CDTF">2026-03-19T15:33:17Z</dcterms:created>
  <dcterms:modified xsi:type="dcterms:W3CDTF">2026-03-19T15:33:17Z</dcterms:modified>
</cp:coreProperties>
</file>